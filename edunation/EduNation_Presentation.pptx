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EduNationUz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Kelajak Ta'limi - Modern Education Platform</a:t>
            </a:r>
          </a:p>
          <a:p>
            <a:r>
              <a:t>2026</a:t>
            </a:r>
          </a:p>
        </p:txBody>
      </p:sp>
      <p:pic>
        <p:nvPicPr>
          <p:cNvPr id="4" name="Picture 3" descr="her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73152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Asosiy Imkoniyatlar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Sun'iy Intellekt (AI) Tyutor va Quizlar</a:t>
            </a:r>
          </a:p>
          <a:p>
            <a:r>
              <a:t>Premium Light Dizayn (UX/UI)</a:t>
            </a:r>
          </a:p>
          <a:p>
            <a:r>
              <a:t>Tezkor Kirish (Telegram/Google)</a:t>
            </a:r>
          </a:p>
          <a:p>
            <a:r>
              <a:t>Video Resumption va Auto-Enroll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Tezkor va Xavfsiz Kirish</a:t>
            </a:r>
          </a:p>
        </p:txBody>
      </p:sp>
      <p:pic>
        <p:nvPicPr>
          <p:cNvPr id="3" name="Picture 2" descr="login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07311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Boy Kurslar Katalogi</a:t>
            </a:r>
          </a:p>
        </p:txBody>
      </p:sp>
      <p:pic>
        <p:nvPicPr>
          <p:cNvPr id="3" name="Picture 2" descr="courses_grid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267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O'qituvchilar Paneli</a:t>
            </a:r>
          </a:p>
        </p:txBody>
      </p:sp>
      <p:pic>
        <p:nvPicPr>
          <p:cNvPr id="3" name="Picture 2" descr="instructo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790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Shaxsiy AI Yordamchi</a:t>
            </a:r>
          </a:p>
        </p:txBody>
      </p:sp>
      <p:pic>
        <p:nvPicPr>
          <p:cNvPr id="3" name="Picture 2" descr="instructor_ai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067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Hozir Boshlang!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Veb-sayt: edunationuz.uz</a:t>
            </a:r>
          </a:p>
          <a:p>
            <a:r>
              <a:t>Kelajakni birgalikda quramiz.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