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1778495574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1778495588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17784955995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17784956077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1778495615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17784956235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1778495631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